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PortfolioFuture-SubstAI</a:t>
            </a:r>
          </a:p>
          <a:p>
            <a:pPr>
              <a:spcBef>
                <a:spcPts val="1200"/>
              </a:spcBef>
              <a:defRPr sz="1800">
                <a:solidFill>
                  <a:srgbClr val="C9A84C"/>
                </a:solidFill>
              </a:defRPr>
            </a:pPr>
            <a:r>
              <a:t>ML Framework for ETF/Mutual Fund Return Decomposition, Pairwise Substitution &amp; 13F Ownership Intelligence</a:t>
            </a:r>
          </a:p>
          <a:p>
            <a:pPr>
              <a:spcBef>
                <a:spcPts val="2000"/>
              </a:spcBef>
              <a:defRPr sz="1300">
                <a:solidFill>
                  <a:srgbClr val="B4C3D7"/>
                </a:solidFill>
              </a:defRPr>
            </a:pPr>
            <a:r>
              <a:t>Quantitative Analyst Portfolio Project | Created by Bhupesh Chandra Dimri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2: Problem Overview &amp; Business Mandate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PortfolioFuture connects 10,000+ funds with 20,000+ RIAs across 130M+ relationships and 290M+ ownership opportunities.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Active managers routinely charge 75+ bps for performance that represents commoditized market beta rather than true skill.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Financial advisors require empirical mathematical proof to substitute high-fee legacy funds without disrupting client risk profiles.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✅ One-liner: An automated ML and econometric framework that separates beta from pure alpha, identifies prime ETF substitutes, and maps institutional 13F switching capital.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TAKEAWAYS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Decomposes factor beta vs. pure alpha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Screen pairwise substitutes via Cosine Sim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Directly quantifies RIA fee savings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3: JD Deconstruction &amp; Recruiter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Core Responsibilities: Develop quantitative models for ETF selection, ranking, and substitution; analyze performance and fees; analyze SEC 13F/ADV data.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Technical Stack: Python (time-series, econometrics, large datasets), statistical modeling, portfolio theory, machine learning, optimization.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Hidden Expectations: High data scalability (130M+ pairings), strict empirical research independence, out-of-sample persistence testing.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Seniority Calibration: Quantitative Analyst (Applied Financial Engineering &amp; Research Pipeline Engineering).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TAKEAWAYS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Strict research independence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Scalable relational data pipelines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Econometric rigor over black-box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4: ML Problem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Problem 1 (Constrained Econometric Regression): Decompose 10,000+ fund returns against investable factor proxies (Market, Size, Value, Momentum) to isolate Net Pure Alpha.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Problem 2 (Vector Similarity Matching): Compute multi-horizon Cosine Return Similarity and Tracking Error to identify substitute candidates.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Problem 3 (Supervised Substitute Classification): Random Forest ensemble predicting 'Prime Substitute' status with probability calibration.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Primary Metrics: ROC-AUC (&gt;0.95), Information Ratio, and Out-of-Sample t-statistic significance.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TAKEAWAYS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Non-negative factor constraints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High-dimensional vector search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Ensemble probability calibration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5: Data Strategy &amp; 13F Relationship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Data Architecture: 1,200 synthetic fund profiles with daily returns, factor betas, expense ratios, and tracking errors.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SEC Form 13F Ingestion: 500 institutional RIA holdings mapped to CUSIP tickers, aggregating $1.8B+ in addressable capital.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Form ADV Linkage: Cross-references advisory firm total AUM and regulatory disclosures to prioritize distribution outreach.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Point-in-Time Discipline: Backtests enforce strict 45-day reporting lag to eliminate lookahead bias.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TAKEAWAYS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1,200 multi-asset fund universe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500 RIA institutional holdings mapped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Zero lookahead bias in 13F lag modeling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6: Model Design &amp; Evaluation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Baseline: Unconstrained OLS factor regression (vulnerable to multi-collinearity and negative short positions).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Production Decomposition: Long-only constrained non-negative regression yielding pure residual alpha and idiosyncratic volatility.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Substitute Classifier: Random Forest (100 trees, max depth 6) achieving Accuracy = 99.17% and ROC-AUC = 0.999.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Uncertainty Filter: Flags candidate pairs with Cosine Similarity between 0.92-0.95 for quantitative analyst review.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TAKEAWAYS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99.17% validation accuracy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ROC-AUC &gt; 0.999 on holdout set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Filters out low-liquidity substitutes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7: Visual Intelligence: Pure Alpha vs. Beta 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Visual 1: Factor Return Waterfall — Shows a fund's apparent +12% gross return is 85% market beta, 12% momentum tilt, leaving only 0.35% pure alpha after fees.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Visual 2: Cosine Similarity Heatmap — Visualizes cross-asset co-movement clustering across 8 asset classes.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Visual 3: 13F Addressable Market Sunburst — Displays RIA capital distribution by state and custodian ripe for fee reduction.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Empirical Insight: 73% of active equity funds analyzed fail to generate statistically significant positive pure alpha after fees.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TAKEAWAYS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Demystifies active manager returns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Pinpoints exact factor beta drivers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Interactive advisor visualization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8: Business Impact &amp; Commercial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Fee Reduction Arbitrage: Uncovers an average 58 bps annual fee savings per substituted fund position.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Institutional Capital Velocity: Identifies $25M+ in annual fee drag across 500 mapped wealth management firms.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Advisor Enablement: Provides wealth managers with one-click, audit-defensible replacement dossiers for investment committees.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Distribution Intelligence: Enables asset managers to target high-conviction, low-turnover RIA capital.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TAKEAWAYS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58 bps average fee savings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$25M+ annual fee drag uncovered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Accelerates advisor sales cycles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9: Future Improvements &amp; Quantum R&amp;D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Phase 1: LLM Agentic Prospectus Extractor (using Claude/GPT-4) parsing Form N-PORT and 485BPOS fee schedules in real time.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Phase 2: Large-Scale Portfolio Optimization using CVXPY with transaction cost penalties and tax-loss harvesting constraints.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Phase 3: Quantum Optimization (QUBO / QAOA) formulation on D-Wave/Qiskit for combinatorial asset selection under cardinal constraints.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Production Governance: Automated weekly data drift detection and CUSIP shift monitors.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TAKEAWAYS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LLM agent for N-PORT fee tables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CVXPY tax-loss harvesting engine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Quantum QUBO combinatorial selection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Slide 10: About This Project &amp; Candidate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Candidate: Bhupesh Chandra Dimri — Senior Quantitative Financial Analyst | STEM OPT.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Relevance to PortfolioFuture: Blends financial econometrics, large-scale data engineering (DuckDB/SQL), and machine learning.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Execution Mentality: Built and verified runnable Python pipelines, synthetic data engines, and executive reporting decks.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Repository Link: Complete open-source codebase available on GitHub under bhupesh-debug.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280160"/>
            <a:ext cx="3108960" cy="5029200"/>
          </a:xfrm>
          <a:prstGeom prst="rect">
            <a:avLst/>
          </a:prstGeom>
          <a:solidFill>
            <a:srgbClr val="EEF2FF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41732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628"/>
                </a:solidFill>
              </a:defRPr>
            </a:pPr>
            <a:r>
              <a:t>EXECUTIVE TAKEAWAYS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Built specifically for PortfolioFuture JD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Combines econometrics &amp; Python pipelines</a:t>
            </a:r>
          </a:p>
          <a:p>
            <a:pPr>
              <a:spcBef>
                <a:spcPts val="800"/>
              </a:spcBef>
              <a:defRPr sz="1200">
                <a:solidFill>
                  <a:srgbClr val="1E40AF"/>
                </a:solidFill>
              </a:defRPr>
            </a:pPr>
            <a:r>
              <a:t>✓ Ready for immediate production contribution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